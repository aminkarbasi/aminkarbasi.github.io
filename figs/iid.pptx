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7" r:id="rId2"/>
    <p:sldId id="312" r:id="rId3"/>
    <p:sldId id="313" r:id="rId4"/>
    <p:sldId id="314" r:id="rId5"/>
    <p:sldId id="315" r:id="rId6"/>
    <p:sldId id="316" r:id="rId7"/>
    <p:sldId id="317" r:id="rId8"/>
    <p:sldId id="31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82"/>
  </p:normalViewPr>
  <p:slideViewPr>
    <p:cSldViewPr snapToGrid="0">
      <p:cViewPr varScale="1">
        <p:scale>
          <a:sx n="119" d="100"/>
          <a:sy n="119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71F67-ED92-FD83-5552-005B120DF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312336-063F-9220-57B7-AF3AC108A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109E0-EC16-63D5-57DC-887298F70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5A8E-3B83-3943-8B32-A967819DAC74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DBCA8-92FE-55FE-BAB5-916F3711F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2A37C-6368-614F-7B3C-248276C87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58EB-1E0B-D541-B1A6-2FEBD02A3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38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87E48-5907-F77D-4333-6F623311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BA9B9-BC92-AD2E-A425-17CC5CB86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E069B-FFBE-6EA6-AF00-ABBA93CDC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5A8E-3B83-3943-8B32-A967819DAC74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3DB63-BEB2-DA54-10E3-B3C511324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B67D0-9635-7765-B489-0F58C5EFC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58EB-1E0B-D541-B1A6-2FEBD02A3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28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6EA8-91D3-57C2-B758-415F0906D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CC307-B87E-039C-A95A-99A7D7540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46877-58F2-78B0-AC93-F01C71AD5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5A8E-3B83-3943-8B32-A967819DAC74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10E5F-9239-E2E7-B3CD-D0AB602C6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85BDA-B08C-3DCF-A625-A6E5C86C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58EB-1E0B-D541-B1A6-2FEBD02A3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81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E20F8-126C-8577-2F8B-8E03553BA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45190-1CCE-8F76-BA52-7C8CB4301E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0E633-7AA7-111C-5092-05E85576B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318B6-2108-D74C-122F-CE7DC792B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5A8E-3B83-3943-8B32-A967819DAC74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240E7-9DB9-EF8D-19D1-E3E39FB67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8226A-D3E8-8C05-10EF-A114492FD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58EB-1E0B-D541-B1A6-2FEBD02A3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45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0BDF2-67B8-7BD9-BBE7-3B5804DD7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79489-CC2C-C1AB-97A6-18D541780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32028D-9633-CA37-746F-0B7EA4762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F45B8F-BD5B-4AE7-E67C-4C124AF30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1E5D34-BF64-348B-73F2-36DB423764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F1EDA4-547B-6C7D-4B04-18C939734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5A8E-3B83-3943-8B32-A967819DAC74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D78F6A-EAEC-C0BF-008A-8FE9BAD93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9A3192-6EEC-91EF-5234-121451A00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58EB-1E0B-D541-B1A6-2FEBD02A3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0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C4B2E-B6D2-6EDB-FE44-21F206A47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FAF8B-BBDD-10F1-F0A0-300D06A0A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5A8E-3B83-3943-8B32-A967819DAC74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90558D-26AE-AB9F-A50C-F1F842A4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1D5FA-980B-223E-B5B0-3362D1C96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58EB-1E0B-D541-B1A6-2FEBD02A3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2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6CEAF0-185E-98C1-6534-DC7CC7E54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5A8E-3B83-3943-8B32-A967819DAC74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1255CB-F2B1-5E99-F20F-43BC8FCCA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20053-671E-F226-B702-B33A06A22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58EB-1E0B-D541-B1A6-2FEBD02A3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52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9BB18-A989-4367-772A-468763F76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224B4-8220-7996-CA74-377541B0A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97B7D-2CAE-7111-CB44-5838907FF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54F99-AC1F-6555-EBB5-CDB92C197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5A8E-3B83-3943-8B32-A967819DAC74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01C7F-4944-296D-4EDC-5C682E44F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EB630-EE13-8540-AC60-FC67DAD5D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58EB-1E0B-D541-B1A6-2FEBD02A3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23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7C5EA-B528-5688-8F83-B3A7E42F6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0DF725-CB61-1F1C-9C9F-72DE821A92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BD4CB-AB4B-E02C-16CF-9C8066864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F0DF4-E9B3-7BB8-7FDE-DD388140F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5A8E-3B83-3943-8B32-A967819DAC74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228127-E14B-1C1B-391E-2F4DFA111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0C568-AF5D-0692-8395-2C513DDB9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58EB-1E0B-D541-B1A6-2FEBD02A3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97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30EDD-D40F-325E-8C36-55CEBB7CD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120385-B1F4-1303-1403-C2ACA4B1F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80C64-203F-DFCA-DE1C-5E8792168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5A8E-3B83-3943-8B32-A967819DAC74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6C3B3-139E-CC82-8774-0259E9DB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7279C-408F-4685-9DD3-2B3580E32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58EB-1E0B-D541-B1A6-2FEBD02A3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86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84AF8A-9522-C3D8-FA3A-CB8A13AF12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6953F6-A6D2-675D-CDF1-7BCBBDA5F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E7270-609C-E0A0-E656-C54D5D745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5A8E-3B83-3943-8B32-A967819DAC74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6DF1E-2AF6-5D45-2BE3-3B6E1F657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15A70-1C4E-70A1-29F6-E6ED51A92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58EB-1E0B-D541-B1A6-2FEBD02A3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170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03E8B-00DC-0419-4846-389DC30AD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89D4B-4495-D59C-7D5B-F6B3C915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EED1D-3AEF-8800-8520-B6524996DF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D5A8E-3B83-3943-8B32-A967819DAC74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1E95F-046F-7807-166E-B86E6C98C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39CA1-DD20-88FD-A1BA-76F52DFA3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858EB-1E0B-D541-B1A6-2FEBD02A3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39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ED8814-CC8F-78D1-B21F-2A3B8BA4C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0" y="527050"/>
            <a:ext cx="6350000" cy="580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280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284C-3EE6-4708-F12E-3D79F7C11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B2C910-AB36-0FDF-D8BC-361BB7711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0" y="527050"/>
            <a:ext cx="6350000" cy="58039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CD321F5-5F84-2499-3D62-79BB83D1D6B0}"/>
              </a:ext>
            </a:extLst>
          </p:cNvPr>
          <p:cNvGrpSpPr/>
          <p:nvPr/>
        </p:nvGrpSpPr>
        <p:grpSpPr>
          <a:xfrm>
            <a:off x="4185896" y="1632516"/>
            <a:ext cx="442912" cy="451076"/>
            <a:chOff x="2214221" y="1146741"/>
            <a:chExt cx="442912" cy="45107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ADC1984-C1F5-D55C-0034-4DBA4472C9D8}"/>
                </a:ext>
              </a:extLst>
            </p:cNvPr>
            <p:cNvSpPr/>
            <p:nvPr/>
          </p:nvSpPr>
          <p:spPr>
            <a:xfrm>
              <a:off x="2299606" y="1236210"/>
              <a:ext cx="272143" cy="272141"/>
            </a:xfrm>
            <a:prstGeom prst="ellipse">
              <a:avLst/>
            </a:prstGeom>
            <a:solidFill>
              <a:srgbClr val="FF0000">
                <a:alpha val="52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8E24264-611B-799A-91AE-74317F159957}"/>
                </a:ext>
              </a:extLst>
            </p:cNvPr>
            <p:cNvSpPr/>
            <p:nvPr/>
          </p:nvSpPr>
          <p:spPr>
            <a:xfrm>
              <a:off x="2348591" y="1285194"/>
              <a:ext cx="174172" cy="174171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869E25-4E4B-02A7-2621-F570789AEA3B}"/>
                </a:ext>
              </a:extLst>
            </p:cNvPr>
            <p:cNvSpPr/>
            <p:nvPr/>
          </p:nvSpPr>
          <p:spPr>
            <a:xfrm>
              <a:off x="2214221" y="1146741"/>
              <a:ext cx="442912" cy="451076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2891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D18B0-F622-D89B-2F31-8C85B3072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C83607-2C0F-F72E-40E6-64A64A75B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0" y="527050"/>
            <a:ext cx="6350000" cy="58039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DC89063-DC59-9FF4-FEE2-C79F49F71AAF}"/>
              </a:ext>
            </a:extLst>
          </p:cNvPr>
          <p:cNvGrpSpPr/>
          <p:nvPr/>
        </p:nvGrpSpPr>
        <p:grpSpPr>
          <a:xfrm>
            <a:off x="4185896" y="1632516"/>
            <a:ext cx="442912" cy="451076"/>
            <a:chOff x="2214221" y="1146741"/>
            <a:chExt cx="442912" cy="45107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8E0FF0-1529-F084-CD97-9FC36185F847}"/>
                </a:ext>
              </a:extLst>
            </p:cNvPr>
            <p:cNvSpPr/>
            <p:nvPr/>
          </p:nvSpPr>
          <p:spPr>
            <a:xfrm>
              <a:off x="2299606" y="1236210"/>
              <a:ext cx="272143" cy="272141"/>
            </a:xfrm>
            <a:prstGeom prst="ellipse">
              <a:avLst/>
            </a:prstGeom>
            <a:solidFill>
              <a:srgbClr val="FF0000">
                <a:alpha val="52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2DB1FAB-A8C8-00EB-068B-076AFBDD56EF}"/>
                </a:ext>
              </a:extLst>
            </p:cNvPr>
            <p:cNvSpPr/>
            <p:nvPr/>
          </p:nvSpPr>
          <p:spPr>
            <a:xfrm>
              <a:off x="2348591" y="1285194"/>
              <a:ext cx="174172" cy="174171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8631448-373A-BC5B-3AD9-A3FBAF741D57}"/>
                </a:ext>
              </a:extLst>
            </p:cNvPr>
            <p:cNvSpPr/>
            <p:nvPr/>
          </p:nvSpPr>
          <p:spPr>
            <a:xfrm>
              <a:off x="2214221" y="1146741"/>
              <a:ext cx="442912" cy="451076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122F8CB-1526-77BC-0C5E-C5891BB5E62F}"/>
              </a:ext>
            </a:extLst>
          </p:cNvPr>
          <p:cNvSpPr/>
          <p:nvPr/>
        </p:nvSpPr>
        <p:spPr>
          <a:xfrm>
            <a:off x="2314575" y="1181440"/>
            <a:ext cx="1871321" cy="4510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Poisoning</a:t>
            </a:r>
          </a:p>
        </p:txBody>
      </p:sp>
    </p:spTree>
    <p:extLst>
      <p:ext uri="{BB962C8B-B14F-4D97-AF65-F5344CB8AC3E}">
        <p14:creationId xmlns:p14="http://schemas.microsoft.com/office/powerpoint/2010/main" val="1952916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D6B76-894A-29A8-7FDB-6139B1163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95BC0E-0BD7-0E49-6695-16F3594F6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0" y="527050"/>
            <a:ext cx="6350000" cy="58039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13D86D7-466F-1766-1413-E30E9C1382BF}"/>
              </a:ext>
            </a:extLst>
          </p:cNvPr>
          <p:cNvGrpSpPr/>
          <p:nvPr/>
        </p:nvGrpSpPr>
        <p:grpSpPr>
          <a:xfrm>
            <a:off x="4185896" y="1632516"/>
            <a:ext cx="442912" cy="451076"/>
            <a:chOff x="2214221" y="1146741"/>
            <a:chExt cx="442912" cy="45107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5DB8A9E-8B1D-121B-7A7A-0629BBDE676F}"/>
                </a:ext>
              </a:extLst>
            </p:cNvPr>
            <p:cNvSpPr/>
            <p:nvPr/>
          </p:nvSpPr>
          <p:spPr>
            <a:xfrm>
              <a:off x="2299606" y="1236210"/>
              <a:ext cx="272143" cy="272141"/>
            </a:xfrm>
            <a:prstGeom prst="ellipse">
              <a:avLst/>
            </a:prstGeom>
            <a:solidFill>
              <a:srgbClr val="FF0000">
                <a:alpha val="52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0630A07-ABBF-FADE-C0A8-8F68B344B37E}"/>
                </a:ext>
              </a:extLst>
            </p:cNvPr>
            <p:cNvSpPr/>
            <p:nvPr/>
          </p:nvSpPr>
          <p:spPr>
            <a:xfrm>
              <a:off x="2348591" y="1285194"/>
              <a:ext cx="174172" cy="174171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9EF50B-8D6D-2A11-9DC2-EADA4818CD34}"/>
                </a:ext>
              </a:extLst>
            </p:cNvPr>
            <p:cNvSpPr/>
            <p:nvPr/>
          </p:nvSpPr>
          <p:spPr>
            <a:xfrm>
              <a:off x="2214221" y="1146741"/>
              <a:ext cx="442912" cy="451076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D0ADF44-E00A-DE38-2B15-2FBE7A872602}"/>
              </a:ext>
            </a:extLst>
          </p:cNvPr>
          <p:cNvSpPr/>
          <p:nvPr/>
        </p:nvSpPr>
        <p:spPr>
          <a:xfrm>
            <a:off x="2314575" y="1181440"/>
            <a:ext cx="1871321" cy="4510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Poisoning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24288A6-9426-BDA2-BB2C-5D756FB39FA7}"/>
              </a:ext>
            </a:extLst>
          </p:cNvPr>
          <p:cNvGrpSpPr/>
          <p:nvPr/>
        </p:nvGrpSpPr>
        <p:grpSpPr>
          <a:xfrm>
            <a:off x="7091706" y="1945140"/>
            <a:ext cx="442912" cy="451076"/>
            <a:chOff x="2214221" y="1146741"/>
            <a:chExt cx="442912" cy="45107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EA07145-1999-C455-0AF1-7E30F8A8F74F}"/>
                </a:ext>
              </a:extLst>
            </p:cNvPr>
            <p:cNvSpPr/>
            <p:nvPr/>
          </p:nvSpPr>
          <p:spPr>
            <a:xfrm>
              <a:off x="2299606" y="1236210"/>
              <a:ext cx="272143" cy="272141"/>
            </a:xfrm>
            <a:prstGeom prst="ellipse">
              <a:avLst/>
            </a:prstGeom>
            <a:solidFill>
              <a:srgbClr val="FF0000">
                <a:alpha val="52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D734835-0CEF-D743-63CB-D67C05057CE5}"/>
                </a:ext>
              </a:extLst>
            </p:cNvPr>
            <p:cNvSpPr/>
            <p:nvPr/>
          </p:nvSpPr>
          <p:spPr>
            <a:xfrm>
              <a:off x="2348591" y="1285194"/>
              <a:ext cx="174172" cy="174171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65A278-6B6B-6EEB-63EC-07A9975A479E}"/>
                </a:ext>
              </a:extLst>
            </p:cNvPr>
            <p:cNvSpPr/>
            <p:nvPr/>
          </p:nvSpPr>
          <p:spPr>
            <a:xfrm>
              <a:off x="2214221" y="1146741"/>
              <a:ext cx="442912" cy="451076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4891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CDFC7-3F81-D9F0-7A40-7FB28DFA0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A01DEB6-D17A-7BC5-D172-3F04FAA13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0" y="527050"/>
            <a:ext cx="6350000" cy="58039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46E88F7-6637-A023-8D90-5EE7D2C0509E}"/>
              </a:ext>
            </a:extLst>
          </p:cNvPr>
          <p:cNvGrpSpPr/>
          <p:nvPr/>
        </p:nvGrpSpPr>
        <p:grpSpPr>
          <a:xfrm>
            <a:off x="4185896" y="1632516"/>
            <a:ext cx="442912" cy="451076"/>
            <a:chOff x="2214221" y="1146741"/>
            <a:chExt cx="442912" cy="45107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A081E56-C13D-018D-3576-DD91ECA1B27A}"/>
                </a:ext>
              </a:extLst>
            </p:cNvPr>
            <p:cNvSpPr/>
            <p:nvPr/>
          </p:nvSpPr>
          <p:spPr>
            <a:xfrm>
              <a:off x="2299606" y="1236210"/>
              <a:ext cx="272143" cy="272141"/>
            </a:xfrm>
            <a:prstGeom prst="ellipse">
              <a:avLst/>
            </a:prstGeom>
            <a:solidFill>
              <a:srgbClr val="FF0000">
                <a:alpha val="52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578F3E1-02B8-95B6-5CFF-E75D01B316E7}"/>
                </a:ext>
              </a:extLst>
            </p:cNvPr>
            <p:cNvSpPr/>
            <p:nvPr/>
          </p:nvSpPr>
          <p:spPr>
            <a:xfrm>
              <a:off x="2348591" y="1285194"/>
              <a:ext cx="174172" cy="174171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4562D22-1A0E-7963-3127-7B167215E6F8}"/>
                </a:ext>
              </a:extLst>
            </p:cNvPr>
            <p:cNvSpPr/>
            <p:nvPr/>
          </p:nvSpPr>
          <p:spPr>
            <a:xfrm>
              <a:off x="2214221" y="1146741"/>
              <a:ext cx="442912" cy="451076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5567BC4-A631-4B4C-3607-0CF1BD01A85B}"/>
              </a:ext>
            </a:extLst>
          </p:cNvPr>
          <p:cNvSpPr/>
          <p:nvPr/>
        </p:nvSpPr>
        <p:spPr>
          <a:xfrm>
            <a:off x="2314575" y="1181440"/>
            <a:ext cx="1871321" cy="4510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Poisoning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9860C5E-BF51-7BED-1706-576B845789BF}"/>
              </a:ext>
            </a:extLst>
          </p:cNvPr>
          <p:cNvGrpSpPr/>
          <p:nvPr/>
        </p:nvGrpSpPr>
        <p:grpSpPr>
          <a:xfrm>
            <a:off x="7091706" y="1945140"/>
            <a:ext cx="442912" cy="451076"/>
            <a:chOff x="2214221" y="1146741"/>
            <a:chExt cx="442912" cy="45107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0BA9DD3-8B54-890C-CDFA-25CEEF46220F}"/>
                </a:ext>
              </a:extLst>
            </p:cNvPr>
            <p:cNvSpPr/>
            <p:nvPr/>
          </p:nvSpPr>
          <p:spPr>
            <a:xfrm>
              <a:off x="2299606" y="1236210"/>
              <a:ext cx="272143" cy="272141"/>
            </a:xfrm>
            <a:prstGeom prst="ellipse">
              <a:avLst/>
            </a:prstGeom>
            <a:solidFill>
              <a:srgbClr val="FF0000">
                <a:alpha val="52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F951DD1-2548-E3B1-4096-090C2B8F3648}"/>
                </a:ext>
              </a:extLst>
            </p:cNvPr>
            <p:cNvSpPr/>
            <p:nvPr/>
          </p:nvSpPr>
          <p:spPr>
            <a:xfrm>
              <a:off x="2348591" y="1285194"/>
              <a:ext cx="174172" cy="174171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B7DA661-1DC9-FE93-4A14-E1ABF683E8D9}"/>
                </a:ext>
              </a:extLst>
            </p:cNvPr>
            <p:cNvSpPr/>
            <p:nvPr/>
          </p:nvSpPr>
          <p:spPr>
            <a:xfrm>
              <a:off x="2214221" y="1146741"/>
              <a:ext cx="442912" cy="451076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38891040-F224-1B1D-F5E3-5678C1C15F8B}"/>
              </a:ext>
            </a:extLst>
          </p:cNvPr>
          <p:cNvSpPr/>
          <p:nvPr/>
        </p:nvSpPr>
        <p:spPr>
          <a:xfrm>
            <a:off x="7563194" y="1449842"/>
            <a:ext cx="1871321" cy="4510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Trustworthy ML</a:t>
            </a:r>
          </a:p>
        </p:txBody>
      </p:sp>
    </p:spTree>
    <p:extLst>
      <p:ext uri="{BB962C8B-B14F-4D97-AF65-F5344CB8AC3E}">
        <p14:creationId xmlns:p14="http://schemas.microsoft.com/office/powerpoint/2010/main" val="3532535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33819-CD87-B830-9DE8-1E20AD378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7C3F0BE-FE32-D173-2E75-9A589F210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0" y="527050"/>
            <a:ext cx="6350000" cy="58039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050BC54-8788-1258-51D9-4972E9521234}"/>
              </a:ext>
            </a:extLst>
          </p:cNvPr>
          <p:cNvGrpSpPr/>
          <p:nvPr/>
        </p:nvGrpSpPr>
        <p:grpSpPr>
          <a:xfrm>
            <a:off x="4185896" y="1632516"/>
            <a:ext cx="442912" cy="451076"/>
            <a:chOff x="2214221" y="1146741"/>
            <a:chExt cx="442912" cy="45107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60312E2-9F90-447D-FA18-571FE1533F10}"/>
                </a:ext>
              </a:extLst>
            </p:cNvPr>
            <p:cNvSpPr/>
            <p:nvPr/>
          </p:nvSpPr>
          <p:spPr>
            <a:xfrm>
              <a:off x="2299606" y="1236210"/>
              <a:ext cx="272143" cy="272141"/>
            </a:xfrm>
            <a:prstGeom prst="ellipse">
              <a:avLst/>
            </a:prstGeom>
            <a:solidFill>
              <a:srgbClr val="FF0000">
                <a:alpha val="52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63ED4D3-0CDE-684C-022D-344A355BAD39}"/>
                </a:ext>
              </a:extLst>
            </p:cNvPr>
            <p:cNvSpPr/>
            <p:nvPr/>
          </p:nvSpPr>
          <p:spPr>
            <a:xfrm>
              <a:off x="2348591" y="1285194"/>
              <a:ext cx="174172" cy="174171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06A9E28-4011-4A38-5022-DD29ECF92184}"/>
                </a:ext>
              </a:extLst>
            </p:cNvPr>
            <p:cNvSpPr/>
            <p:nvPr/>
          </p:nvSpPr>
          <p:spPr>
            <a:xfrm>
              <a:off x="2214221" y="1146741"/>
              <a:ext cx="442912" cy="451076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3904D11-3BBC-3BA1-90E7-EBC6BC927815}"/>
              </a:ext>
            </a:extLst>
          </p:cNvPr>
          <p:cNvSpPr/>
          <p:nvPr/>
        </p:nvSpPr>
        <p:spPr>
          <a:xfrm>
            <a:off x="2314575" y="1181440"/>
            <a:ext cx="1871321" cy="4510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Poisoning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DE1279-8C49-B138-21C5-09A86151927E}"/>
              </a:ext>
            </a:extLst>
          </p:cNvPr>
          <p:cNvGrpSpPr/>
          <p:nvPr/>
        </p:nvGrpSpPr>
        <p:grpSpPr>
          <a:xfrm>
            <a:off x="7091706" y="1945140"/>
            <a:ext cx="442912" cy="451076"/>
            <a:chOff x="2214221" y="1146741"/>
            <a:chExt cx="442912" cy="45107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445BD5A-7761-9981-F1B7-604ED1488FB5}"/>
                </a:ext>
              </a:extLst>
            </p:cNvPr>
            <p:cNvSpPr/>
            <p:nvPr/>
          </p:nvSpPr>
          <p:spPr>
            <a:xfrm>
              <a:off x="2299606" y="1236210"/>
              <a:ext cx="272143" cy="272141"/>
            </a:xfrm>
            <a:prstGeom prst="ellipse">
              <a:avLst/>
            </a:prstGeom>
            <a:solidFill>
              <a:srgbClr val="FF0000">
                <a:alpha val="52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12B749F-73B4-ED09-56D7-ACBF8F7B492C}"/>
                </a:ext>
              </a:extLst>
            </p:cNvPr>
            <p:cNvSpPr/>
            <p:nvPr/>
          </p:nvSpPr>
          <p:spPr>
            <a:xfrm>
              <a:off x="2348591" y="1285194"/>
              <a:ext cx="174172" cy="174171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94662A0-F0A9-901D-7EA0-DA386D7C33C4}"/>
                </a:ext>
              </a:extLst>
            </p:cNvPr>
            <p:cNvSpPr/>
            <p:nvPr/>
          </p:nvSpPr>
          <p:spPr>
            <a:xfrm>
              <a:off x="2214221" y="1146741"/>
              <a:ext cx="442912" cy="451076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9EE7CBE1-355F-C539-659F-21702C22ACB4}"/>
              </a:ext>
            </a:extLst>
          </p:cNvPr>
          <p:cNvSpPr/>
          <p:nvPr/>
        </p:nvSpPr>
        <p:spPr>
          <a:xfrm>
            <a:off x="7563194" y="1449842"/>
            <a:ext cx="1871321" cy="4510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Trustworthy ML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82BC2B-0CC5-A55C-B268-9F1A87C88A7C}"/>
              </a:ext>
            </a:extLst>
          </p:cNvPr>
          <p:cNvGrpSpPr/>
          <p:nvPr/>
        </p:nvGrpSpPr>
        <p:grpSpPr>
          <a:xfrm>
            <a:off x="7190359" y="3882287"/>
            <a:ext cx="442912" cy="451076"/>
            <a:chOff x="2214221" y="1146741"/>
            <a:chExt cx="442912" cy="45107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1B1CAB3-367E-C673-D871-11DF95BBBD48}"/>
                </a:ext>
              </a:extLst>
            </p:cNvPr>
            <p:cNvSpPr/>
            <p:nvPr/>
          </p:nvSpPr>
          <p:spPr>
            <a:xfrm>
              <a:off x="2299606" y="1236210"/>
              <a:ext cx="272143" cy="272141"/>
            </a:xfrm>
            <a:prstGeom prst="ellipse">
              <a:avLst/>
            </a:prstGeom>
            <a:solidFill>
              <a:srgbClr val="FF0000">
                <a:alpha val="52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E2A86A7-84DC-9778-E8E4-D9045AEB75B1}"/>
                </a:ext>
              </a:extLst>
            </p:cNvPr>
            <p:cNvSpPr/>
            <p:nvPr/>
          </p:nvSpPr>
          <p:spPr>
            <a:xfrm>
              <a:off x="2348591" y="1285194"/>
              <a:ext cx="174172" cy="174171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80E2A17-DC1C-29DF-70EC-C9294DAE979B}"/>
                </a:ext>
              </a:extLst>
            </p:cNvPr>
            <p:cNvSpPr/>
            <p:nvPr/>
          </p:nvSpPr>
          <p:spPr>
            <a:xfrm>
              <a:off x="2214221" y="1146741"/>
              <a:ext cx="442912" cy="451076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CF81141-4846-52B6-CE6C-A38DA2FFD077}"/>
              </a:ext>
            </a:extLst>
          </p:cNvPr>
          <p:cNvSpPr/>
          <p:nvPr/>
        </p:nvSpPr>
        <p:spPr>
          <a:xfrm>
            <a:off x="7633271" y="3243263"/>
            <a:ext cx="1871321" cy="6390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Submodular Optimization</a:t>
            </a:r>
          </a:p>
        </p:txBody>
      </p:sp>
    </p:spTree>
    <p:extLst>
      <p:ext uri="{BB962C8B-B14F-4D97-AF65-F5344CB8AC3E}">
        <p14:creationId xmlns:p14="http://schemas.microsoft.com/office/powerpoint/2010/main" val="1518933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C06E4-345C-C1FF-7707-35A840D28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E92D1D8-B2D5-5A40-4871-E94B3E15C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0" y="527050"/>
            <a:ext cx="6350000" cy="58039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B5CCF77-F231-84A0-0EFD-1FC3A88C827A}"/>
              </a:ext>
            </a:extLst>
          </p:cNvPr>
          <p:cNvGrpSpPr/>
          <p:nvPr/>
        </p:nvGrpSpPr>
        <p:grpSpPr>
          <a:xfrm>
            <a:off x="4185896" y="1632516"/>
            <a:ext cx="442912" cy="451076"/>
            <a:chOff x="2214221" y="1146741"/>
            <a:chExt cx="442912" cy="45107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16C98C8-8D1A-5EF1-B279-219D52876765}"/>
                </a:ext>
              </a:extLst>
            </p:cNvPr>
            <p:cNvSpPr/>
            <p:nvPr/>
          </p:nvSpPr>
          <p:spPr>
            <a:xfrm>
              <a:off x="2299606" y="1236210"/>
              <a:ext cx="272143" cy="272141"/>
            </a:xfrm>
            <a:prstGeom prst="ellipse">
              <a:avLst/>
            </a:prstGeom>
            <a:solidFill>
              <a:srgbClr val="FF0000">
                <a:alpha val="52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DEB2EC5-B7A2-9520-84AF-AABBF1BCC315}"/>
                </a:ext>
              </a:extLst>
            </p:cNvPr>
            <p:cNvSpPr/>
            <p:nvPr/>
          </p:nvSpPr>
          <p:spPr>
            <a:xfrm>
              <a:off x="2348591" y="1285194"/>
              <a:ext cx="174172" cy="174171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674FF5C-8F8A-6049-938B-04F0A10990DB}"/>
                </a:ext>
              </a:extLst>
            </p:cNvPr>
            <p:cNvSpPr/>
            <p:nvPr/>
          </p:nvSpPr>
          <p:spPr>
            <a:xfrm>
              <a:off x="2214221" y="1146741"/>
              <a:ext cx="442912" cy="451076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6DC907B-AD8C-B96F-6182-20232C66820A}"/>
              </a:ext>
            </a:extLst>
          </p:cNvPr>
          <p:cNvSpPr/>
          <p:nvPr/>
        </p:nvSpPr>
        <p:spPr>
          <a:xfrm>
            <a:off x="2314575" y="1181440"/>
            <a:ext cx="1871321" cy="4510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Poisoning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03F7D43-79A2-0920-8969-3F4078B6EB48}"/>
              </a:ext>
            </a:extLst>
          </p:cNvPr>
          <p:cNvGrpSpPr/>
          <p:nvPr/>
        </p:nvGrpSpPr>
        <p:grpSpPr>
          <a:xfrm>
            <a:off x="7091706" y="1945140"/>
            <a:ext cx="442912" cy="451076"/>
            <a:chOff x="2214221" y="1146741"/>
            <a:chExt cx="442912" cy="45107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B2254C4-C4B6-4A3E-76CC-3EB51A44C070}"/>
                </a:ext>
              </a:extLst>
            </p:cNvPr>
            <p:cNvSpPr/>
            <p:nvPr/>
          </p:nvSpPr>
          <p:spPr>
            <a:xfrm>
              <a:off x="2299606" y="1236210"/>
              <a:ext cx="272143" cy="272141"/>
            </a:xfrm>
            <a:prstGeom prst="ellipse">
              <a:avLst/>
            </a:prstGeom>
            <a:solidFill>
              <a:srgbClr val="FF0000">
                <a:alpha val="52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E8B7EAC-8A0B-1E65-04CD-5DDCBB25FD86}"/>
                </a:ext>
              </a:extLst>
            </p:cNvPr>
            <p:cNvSpPr/>
            <p:nvPr/>
          </p:nvSpPr>
          <p:spPr>
            <a:xfrm>
              <a:off x="2348591" y="1285194"/>
              <a:ext cx="174172" cy="174171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A282357-C1B0-7055-D4B5-92D78092FB4E}"/>
                </a:ext>
              </a:extLst>
            </p:cNvPr>
            <p:cNvSpPr/>
            <p:nvPr/>
          </p:nvSpPr>
          <p:spPr>
            <a:xfrm>
              <a:off x="2214221" y="1146741"/>
              <a:ext cx="442912" cy="451076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187CAA8-4C9E-DDD7-5A74-47F43301A71C}"/>
              </a:ext>
            </a:extLst>
          </p:cNvPr>
          <p:cNvSpPr/>
          <p:nvPr/>
        </p:nvSpPr>
        <p:spPr>
          <a:xfrm>
            <a:off x="7563194" y="1449842"/>
            <a:ext cx="1871321" cy="4510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Trustworthy ML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B18748-635D-758A-5AAB-48ED3091EA72}"/>
              </a:ext>
            </a:extLst>
          </p:cNvPr>
          <p:cNvGrpSpPr/>
          <p:nvPr/>
        </p:nvGrpSpPr>
        <p:grpSpPr>
          <a:xfrm>
            <a:off x="7190359" y="3882287"/>
            <a:ext cx="442912" cy="451076"/>
            <a:chOff x="2214221" y="1146741"/>
            <a:chExt cx="442912" cy="45107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F492A84-6918-2C19-089A-0F38463DC807}"/>
                </a:ext>
              </a:extLst>
            </p:cNvPr>
            <p:cNvSpPr/>
            <p:nvPr/>
          </p:nvSpPr>
          <p:spPr>
            <a:xfrm>
              <a:off x="2299606" y="1236210"/>
              <a:ext cx="272143" cy="272141"/>
            </a:xfrm>
            <a:prstGeom prst="ellipse">
              <a:avLst/>
            </a:prstGeom>
            <a:solidFill>
              <a:srgbClr val="FF0000">
                <a:alpha val="52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D8B23F7-8F26-D627-1658-B52B6A0AA105}"/>
                </a:ext>
              </a:extLst>
            </p:cNvPr>
            <p:cNvSpPr/>
            <p:nvPr/>
          </p:nvSpPr>
          <p:spPr>
            <a:xfrm>
              <a:off x="2348591" y="1285194"/>
              <a:ext cx="174172" cy="174171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388F57-07B2-C94B-DB27-D177B43A9306}"/>
                </a:ext>
              </a:extLst>
            </p:cNvPr>
            <p:cNvSpPr/>
            <p:nvPr/>
          </p:nvSpPr>
          <p:spPr>
            <a:xfrm>
              <a:off x="2214221" y="1146741"/>
              <a:ext cx="442912" cy="451076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D6D02F4-E8C0-9792-5BCE-6977EA5B16C6}"/>
              </a:ext>
            </a:extLst>
          </p:cNvPr>
          <p:cNvSpPr/>
          <p:nvPr/>
        </p:nvSpPr>
        <p:spPr>
          <a:xfrm>
            <a:off x="7633271" y="3243263"/>
            <a:ext cx="1871321" cy="6390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Submodular Optimization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39705CB-EFC1-CD32-CABD-236BD212EA3E}"/>
              </a:ext>
            </a:extLst>
          </p:cNvPr>
          <p:cNvGrpSpPr/>
          <p:nvPr/>
        </p:nvGrpSpPr>
        <p:grpSpPr>
          <a:xfrm>
            <a:off x="5109718" y="4333363"/>
            <a:ext cx="442912" cy="451076"/>
            <a:chOff x="2214221" y="1146741"/>
            <a:chExt cx="442912" cy="451076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1564FBA-B3C0-2676-7A65-28EA86D071B3}"/>
                </a:ext>
              </a:extLst>
            </p:cNvPr>
            <p:cNvSpPr/>
            <p:nvPr/>
          </p:nvSpPr>
          <p:spPr>
            <a:xfrm>
              <a:off x="2299606" y="1236210"/>
              <a:ext cx="272143" cy="272141"/>
            </a:xfrm>
            <a:prstGeom prst="ellipse">
              <a:avLst/>
            </a:prstGeom>
            <a:solidFill>
              <a:srgbClr val="FF0000">
                <a:alpha val="52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DF549BA-618A-D6D1-9B16-75ADCB09996B}"/>
                </a:ext>
              </a:extLst>
            </p:cNvPr>
            <p:cNvSpPr/>
            <p:nvPr/>
          </p:nvSpPr>
          <p:spPr>
            <a:xfrm>
              <a:off x="2348591" y="1285194"/>
              <a:ext cx="174172" cy="174171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7B69AC-59CA-476E-33E3-4F9F12322CE8}"/>
                </a:ext>
              </a:extLst>
            </p:cNvPr>
            <p:cNvSpPr/>
            <p:nvPr/>
          </p:nvSpPr>
          <p:spPr>
            <a:xfrm>
              <a:off x="2214221" y="1146741"/>
              <a:ext cx="442912" cy="451076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49535EF-929D-34E2-E67C-8797FDD4BAC8}"/>
              </a:ext>
            </a:extLst>
          </p:cNvPr>
          <p:cNvSpPr/>
          <p:nvPr/>
        </p:nvSpPr>
        <p:spPr>
          <a:xfrm>
            <a:off x="2314575" y="3981733"/>
            <a:ext cx="2687067" cy="4510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Non-convex Optimization</a:t>
            </a:r>
          </a:p>
        </p:txBody>
      </p:sp>
    </p:spTree>
    <p:extLst>
      <p:ext uri="{BB962C8B-B14F-4D97-AF65-F5344CB8AC3E}">
        <p14:creationId xmlns:p14="http://schemas.microsoft.com/office/powerpoint/2010/main" val="3679064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F2F39-FC27-0D94-E358-EA759A00C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ECB28B-4936-45B5-2AC4-9EA48D97B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0" y="527050"/>
            <a:ext cx="6350000" cy="58039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0CACABC-AD3C-EA42-FF7B-FB4B48E21D46}"/>
              </a:ext>
            </a:extLst>
          </p:cNvPr>
          <p:cNvGrpSpPr/>
          <p:nvPr/>
        </p:nvGrpSpPr>
        <p:grpSpPr>
          <a:xfrm>
            <a:off x="4185896" y="1632516"/>
            <a:ext cx="442912" cy="451076"/>
            <a:chOff x="2214221" y="1146741"/>
            <a:chExt cx="442912" cy="45107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2D87EF1-7921-5250-9BDE-9C97E0260CC8}"/>
                </a:ext>
              </a:extLst>
            </p:cNvPr>
            <p:cNvSpPr/>
            <p:nvPr/>
          </p:nvSpPr>
          <p:spPr>
            <a:xfrm>
              <a:off x="2299606" y="1236210"/>
              <a:ext cx="272143" cy="272141"/>
            </a:xfrm>
            <a:prstGeom prst="ellipse">
              <a:avLst/>
            </a:prstGeom>
            <a:solidFill>
              <a:srgbClr val="FF0000">
                <a:alpha val="52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8058E8A-D60C-5647-E310-1AF091375C09}"/>
                </a:ext>
              </a:extLst>
            </p:cNvPr>
            <p:cNvSpPr/>
            <p:nvPr/>
          </p:nvSpPr>
          <p:spPr>
            <a:xfrm>
              <a:off x="2348591" y="1285194"/>
              <a:ext cx="174172" cy="174171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ED2569A-BD46-A334-C835-2E0E33F6655C}"/>
                </a:ext>
              </a:extLst>
            </p:cNvPr>
            <p:cNvSpPr/>
            <p:nvPr/>
          </p:nvSpPr>
          <p:spPr>
            <a:xfrm>
              <a:off x="2214221" y="1146741"/>
              <a:ext cx="442912" cy="451076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1E75EC3-D7B0-AC48-0C19-1FF66D77F5CA}"/>
              </a:ext>
            </a:extLst>
          </p:cNvPr>
          <p:cNvSpPr/>
          <p:nvPr/>
        </p:nvSpPr>
        <p:spPr>
          <a:xfrm>
            <a:off x="2314575" y="1181440"/>
            <a:ext cx="1871321" cy="4510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Poisoning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5CE322C-C71A-D414-37D3-BE3EDE27E711}"/>
              </a:ext>
            </a:extLst>
          </p:cNvPr>
          <p:cNvGrpSpPr/>
          <p:nvPr/>
        </p:nvGrpSpPr>
        <p:grpSpPr>
          <a:xfrm>
            <a:off x="7091706" y="1945140"/>
            <a:ext cx="442912" cy="451076"/>
            <a:chOff x="2214221" y="1146741"/>
            <a:chExt cx="442912" cy="45107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26EBDAC-148B-43E9-5820-223B8B2679D9}"/>
                </a:ext>
              </a:extLst>
            </p:cNvPr>
            <p:cNvSpPr/>
            <p:nvPr/>
          </p:nvSpPr>
          <p:spPr>
            <a:xfrm>
              <a:off x="2299606" y="1236210"/>
              <a:ext cx="272143" cy="272141"/>
            </a:xfrm>
            <a:prstGeom prst="ellipse">
              <a:avLst/>
            </a:prstGeom>
            <a:solidFill>
              <a:srgbClr val="FF0000">
                <a:alpha val="52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5D917BB-140D-027A-0F1D-25782C589FF0}"/>
                </a:ext>
              </a:extLst>
            </p:cNvPr>
            <p:cNvSpPr/>
            <p:nvPr/>
          </p:nvSpPr>
          <p:spPr>
            <a:xfrm>
              <a:off x="2348591" y="1285194"/>
              <a:ext cx="174172" cy="174171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6F3F992-6EE1-8E38-9F27-50722D11CC43}"/>
                </a:ext>
              </a:extLst>
            </p:cNvPr>
            <p:cNvSpPr/>
            <p:nvPr/>
          </p:nvSpPr>
          <p:spPr>
            <a:xfrm>
              <a:off x="2214221" y="1146741"/>
              <a:ext cx="442912" cy="451076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B241922-87A7-5AD9-898D-49E4688AA517}"/>
              </a:ext>
            </a:extLst>
          </p:cNvPr>
          <p:cNvSpPr/>
          <p:nvPr/>
        </p:nvSpPr>
        <p:spPr>
          <a:xfrm>
            <a:off x="7563194" y="1449842"/>
            <a:ext cx="1871321" cy="4510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Trustworthy ML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F23191-C047-CE9E-8B16-090E4347672E}"/>
              </a:ext>
            </a:extLst>
          </p:cNvPr>
          <p:cNvGrpSpPr/>
          <p:nvPr/>
        </p:nvGrpSpPr>
        <p:grpSpPr>
          <a:xfrm>
            <a:off x="7190359" y="3882287"/>
            <a:ext cx="442912" cy="451076"/>
            <a:chOff x="2214221" y="1146741"/>
            <a:chExt cx="442912" cy="45107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B90D85A-C252-3FF7-2018-2C1582B7FA3E}"/>
                </a:ext>
              </a:extLst>
            </p:cNvPr>
            <p:cNvSpPr/>
            <p:nvPr/>
          </p:nvSpPr>
          <p:spPr>
            <a:xfrm>
              <a:off x="2299606" y="1236210"/>
              <a:ext cx="272143" cy="272141"/>
            </a:xfrm>
            <a:prstGeom prst="ellipse">
              <a:avLst/>
            </a:prstGeom>
            <a:solidFill>
              <a:srgbClr val="FF0000">
                <a:alpha val="52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24F7067-1022-C749-EA82-FD4CB173C0EB}"/>
                </a:ext>
              </a:extLst>
            </p:cNvPr>
            <p:cNvSpPr/>
            <p:nvPr/>
          </p:nvSpPr>
          <p:spPr>
            <a:xfrm>
              <a:off x="2348591" y="1285194"/>
              <a:ext cx="174172" cy="174171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9608F69-A2DD-4962-0217-7A9D776F7283}"/>
                </a:ext>
              </a:extLst>
            </p:cNvPr>
            <p:cNvSpPr/>
            <p:nvPr/>
          </p:nvSpPr>
          <p:spPr>
            <a:xfrm>
              <a:off x="2214221" y="1146741"/>
              <a:ext cx="442912" cy="451076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98510E4-9980-CF7E-B017-C23452E760D4}"/>
              </a:ext>
            </a:extLst>
          </p:cNvPr>
          <p:cNvGrpSpPr/>
          <p:nvPr/>
        </p:nvGrpSpPr>
        <p:grpSpPr>
          <a:xfrm>
            <a:off x="5109718" y="4333363"/>
            <a:ext cx="442912" cy="451076"/>
            <a:chOff x="2214221" y="1146741"/>
            <a:chExt cx="442912" cy="451076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A9FFA9A-CA31-1B1C-C22C-C9F2D070D038}"/>
                </a:ext>
              </a:extLst>
            </p:cNvPr>
            <p:cNvSpPr/>
            <p:nvPr/>
          </p:nvSpPr>
          <p:spPr>
            <a:xfrm>
              <a:off x="2299606" y="1236210"/>
              <a:ext cx="272143" cy="272141"/>
            </a:xfrm>
            <a:prstGeom prst="ellipse">
              <a:avLst/>
            </a:prstGeom>
            <a:solidFill>
              <a:srgbClr val="FF0000">
                <a:alpha val="52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9010F3C-8035-87B9-7DE8-2EF0801E2A57}"/>
                </a:ext>
              </a:extLst>
            </p:cNvPr>
            <p:cNvSpPr/>
            <p:nvPr/>
          </p:nvSpPr>
          <p:spPr>
            <a:xfrm>
              <a:off x="2348591" y="1285194"/>
              <a:ext cx="174172" cy="174171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22A86F0-7AFF-EFEA-9F7A-6DCF5E600507}"/>
                </a:ext>
              </a:extLst>
            </p:cNvPr>
            <p:cNvSpPr/>
            <p:nvPr/>
          </p:nvSpPr>
          <p:spPr>
            <a:xfrm>
              <a:off x="2214221" y="1146741"/>
              <a:ext cx="442912" cy="451076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F72F14B3-CBF4-DC0A-C343-5AFCDBAE41FC}"/>
              </a:ext>
            </a:extLst>
          </p:cNvPr>
          <p:cNvSpPr/>
          <p:nvPr/>
        </p:nvSpPr>
        <p:spPr>
          <a:xfrm>
            <a:off x="2314575" y="3981733"/>
            <a:ext cx="2687067" cy="4510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Non-convex Optimization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C73F11D-DD21-ECC3-ED7B-9E24289E74AF}"/>
              </a:ext>
            </a:extLst>
          </p:cNvPr>
          <p:cNvGrpSpPr/>
          <p:nvPr/>
        </p:nvGrpSpPr>
        <p:grpSpPr>
          <a:xfrm>
            <a:off x="6648794" y="5571613"/>
            <a:ext cx="442912" cy="451076"/>
            <a:chOff x="2214221" y="1146741"/>
            <a:chExt cx="442912" cy="451076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297018C-39A9-8E4A-339B-720BADF1DD13}"/>
                </a:ext>
              </a:extLst>
            </p:cNvPr>
            <p:cNvSpPr/>
            <p:nvPr/>
          </p:nvSpPr>
          <p:spPr>
            <a:xfrm>
              <a:off x="2299606" y="1236210"/>
              <a:ext cx="272143" cy="272141"/>
            </a:xfrm>
            <a:prstGeom prst="ellipse">
              <a:avLst/>
            </a:prstGeom>
            <a:solidFill>
              <a:srgbClr val="FF0000">
                <a:alpha val="52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6297CE5-0A46-CE3F-2C70-4C1DD556C2DC}"/>
                </a:ext>
              </a:extLst>
            </p:cNvPr>
            <p:cNvSpPr/>
            <p:nvPr/>
          </p:nvSpPr>
          <p:spPr>
            <a:xfrm>
              <a:off x="2348591" y="1285194"/>
              <a:ext cx="174172" cy="174171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25ECD59-3856-985A-F9DD-16027A262DFC}"/>
                </a:ext>
              </a:extLst>
            </p:cNvPr>
            <p:cNvSpPr/>
            <p:nvPr/>
          </p:nvSpPr>
          <p:spPr>
            <a:xfrm>
              <a:off x="2214221" y="1146741"/>
              <a:ext cx="442912" cy="451076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36947F57-3C99-DCAA-308C-B6824BF532CA}"/>
              </a:ext>
            </a:extLst>
          </p:cNvPr>
          <p:cNvSpPr/>
          <p:nvPr/>
        </p:nvSpPr>
        <p:spPr>
          <a:xfrm>
            <a:off x="7177092" y="4972387"/>
            <a:ext cx="1595434" cy="64061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Computational Neuroscience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64A56D-B6F3-CA07-4FC3-A3528944351F}"/>
              </a:ext>
            </a:extLst>
          </p:cNvPr>
          <p:cNvSpPr/>
          <p:nvPr/>
        </p:nvSpPr>
        <p:spPr>
          <a:xfrm>
            <a:off x="7633271" y="3243263"/>
            <a:ext cx="1871321" cy="6390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Submodular Optimization</a:t>
            </a:r>
          </a:p>
        </p:txBody>
      </p:sp>
    </p:spTree>
    <p:extLst>
      <p:ext uri="{BB962C8B-B14F-4D97-AF65-F5344CB8AC3E}">
        <p14:creationId xmlns:p14="http://schemas.microsoft.com/office/powerpoint/2010/main" val="3211474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32</Words>
  <Application>Microsoft Macintosh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Dadashkarimi, Javid</dc:creator>
  <cp:lastModifiedBy>Dadashkarimi, Javid</cp:lastModifiedBy>
  <cp:revision>2</cp:revision>
  <dcterms:created xsi:type="dcterms:W3CDTF">2024-11-25T19:52:50Z</dcterms:created>
  <dcterms:modified xsi:type="dcterms:W3CDTF">2024-11-25T20:02:00Z</dcterms:modified>
</cp:coreProperties>
</file>